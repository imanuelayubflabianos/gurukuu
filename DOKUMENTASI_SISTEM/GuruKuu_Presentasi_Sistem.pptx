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PLATFORM EVALUASI GURU BERBASIS WEB</a:t>
            </a:r>
          </a:p>
          <a:p>
            <a:pPr algn="ctr">
              <a:defRPr sz="4600" b="1">
                <a:solidFill>
                  <a:srgbClr val="F8FAFC"/>
                </a:solidFill>
              </a:defRPr>
            </a:pPr>
            <a:r>
              <a:t>GURUKUU</a:t>
            </a:r>
          </a:p>
          <a:p>
            <a:pPr algn="ctr">
              <a:defRPr sz="1600">
                <a:solidFill>
                  <a:srgbClr val="F59E0B"/>
                </a:solidFill>
              </a:defRPr>
            </a:pPr>
            <a:r>
              <a:t>Dokumentasi Arsitektur Sistem, Analisis ERD, DFD, &amp; Flowchart Interaktif</a:t>
            </a:r>
          </a:p>
          <a:p>
            <a:br/>
            <a:pPr algn="ctr">
              <a:defRPr sz="1200">
                <a:solidFill>
                  <a:srgbClr val="94A3B8"/>
                </a:solidFill>
              </a:defRPr>
            </a:pPr>
            <a:r>
              <a:t>Sistem Penilaian Kinerja Guru yang Transparan, Akuntabel, Dilengkapi AI Profanity Filter &amp; Integrasi SSO SiPintu</a:t>
            </a:r>
          </a:p>
          <a:p>
            <a:br/>
            <a:pPr algn="ctr">
              <a:defRPr sz="1100">
                <a:solidFill>
                  <a:srgbClr val="10B981"/>
                </a:solidFill>
              </a:defRPr>
            </a:pPr>
            <a:r>
              <a:t>Diperuntukkan untuk: Presentasi Tugas / Proyek / Sidang Evaluasi Sistem Informasi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Latar Belakang &amp; Konteks Web GuruKuu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Latar Belakang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Evaluasi kinerja guru di sekolah seringkali masih dilakukan secara manual, subjektif, dan tidak terstruktur. GuruKuu hadir untuk memberikan wadah penilaian digital yang terpercaya, jujur, dan beretika.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Tujuan Sistem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1. Mengukur efektivitas pengajaran secara berkala.</a:t>
            </a:r>
            <a:br/>
            <a:r>
              <a:t>2. Memberikan umpan balik konstruktif bagi guru.</a:t>
            </a:r>
            <a:br/>
            <a:r>
              <a:t>3. Memberdayakan siswa untuk bersuara secara aman.</a:t>
            </a:r>
            <a:br/>
            <a:r>
              <a:t>4. Membantu pihak sekolah/admin melihat data agregat.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Peran Pengguna (Role)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SISWA: Memberikan nilai 5 kriteria + kritik &amp; saran.</a:t>
            </a:r>
            <a:br/>
            <a:r>
              <a:t>• GURU: Melihat ulasan, statistik rating, &amp; merespon balasan.</a:t>
            </a:r>
            <a:br/>
            <a:r>
              <a:t>• ADMIN: Mengelola master data, periode, filter kata kasar, sensor ulasan, dan cetak laporan.</a:t>
            </a:r>
            <a:br/>
            <a:r>
              <a:t>• GUEST: Akses landing page, leaderboard &amp; live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Teknologi &amp; Fitur Unggulan GuruKuu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Laravel 11 &amp; MySQL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Backend tangguh berbasis PHP 8.2+ dengan Eloquent ORM, migrasi skema lengkap, dan database relational MySQL.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Profanity &amp; Link Filter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Pencegahan otomatis ujaran kasar (ID &amp; EN) dan pencegahan tautan berbahaya pada ulasan siswa sebelum masuk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SSO SiPintu OAuth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Single Sign-On &amp; sinkronisasi data guru, siswa, dan rombel secara terpadu melalui API OAuth SiPintu.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Multi-Device Session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Pencatatan riwayat login multi-perangkat lengkap dengan IP, browser, platform, serta fitur remote logout per sesi.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Gamifikasi &amp; Leaderboard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Peringkat guru terbaik per kategori/mapel, badge apresiasi, dan visualisasi rating bintang interaktif.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Threaded Reply &amp; Helpful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Fitur diskusi ulasan bertingkat (guru/admin membalas siswa) serta tombol reaksi ulasan 'Bermanfaat'.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Entity Relationship Diagram (ERD)</a:t>
            </a:r>
          </a:p>
        </p:txBody>
      </p:sp>
      <p:pic>
        <p:nvPicPr>
          <p:cNvPr id="4" name="Picture 3" descr="ERD_GuruK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0" y="146304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Sorotan Relasi ERD: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Tabel Utama:</a:t>
            </a:r>
            <a:br/>
            <a:r>
              <a:t>users, guru, jurusan, kelas, periode, penilaian.</a:t>
            </a:r>
            <a:br/>
            <a:br/>
            <a:r>
              <a:t>• Constraint Unik:</a:t>
            </a:r>
            <a:br/>
            <a:r>
              <a:t>Siswa hanya dapat menilai 1 guru sekali dalam 1 periode aktif (unique index).</a:t>
            </a:r>
            <a:br/>
            <a:br/>
            <a:r>
              <a:t>• Moderasi &amp; Keamanan:</a:t>
            </a:r>
            <a:br/>
            <a:r>
              <a:t>pelanggaran, ulasan_reports, login_histories.</a:t>
            </a:r>
            <a:br/>
            <a:br/>
            <a:r>
              <a:t>• Interaksi Komunitas:</a:t>
            </a:r>
            <a:br/>
            <a:r>
              <a:t>penilaian_balasans, penilaian_helpfuls, kontak.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Kamus Data &amp; Struktur Relasi Utama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737360"/>
          <a:ext cx="10149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Nama Entitas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Foreign Key Penting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Atribut Kunci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59E0B"/>
                          </a:solidFill>
                        </a:defRPr>
                      </a:pPr>
                      <a:r>
                        <a:t>Kardinalitas / Relasi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guru_id (opt)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name, email, role, warning_count, deactivation_type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 : N ke Penilaian, 1 : N ke Sesi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nip, nama, mapel, rating_rata_rata, total_ulasan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 : N ke Penilaian, M : N ke Kelas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PENILAIAN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siswa_id, guru_id, periode_id, class_id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kedisiplinan, komunikasi, tanggung_jawab, kritik, saran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 : 1 ke Siswa, N : 1 ke Guru, 1 : N Balasan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PELANGGARAN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user_id, guru_id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tipe, kata_terdeteksi, isi_teks, tindakan, is_read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 : 1 ke User, N : 1 ke Guru (Audit)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Flow Diagram (DFD) Level 0 - Context Diagram</a:t>
            </a:r>
          </a:p>
        </p:txBody>
      </p:sp>
      <p:pic>
        <p:nvPicPr>
          <p:cNvPr id="4" name="Picture 3" descr="DFD_Level0_GuruK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0" y="146304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Analisis Aliran Data Konteks: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Siswa -&gt; Sistem:</a:t>
            </a:r>
            <a:br/>
            <a:r>
              <a:t>Data nilai 5 kriteria, kritik, saran, &amp; laporan ulasan.</a:t>
            </a:r>
            <a:br/>
            <a:br/>
            <a:r>
              <a:t>• Sistem -&gt; Guru:</a:t>
            </a:r>
            <a:br/>
            <a:r>
              <a:t>Informasi agregat ulasan, rating, ranking &amp; balasan ulasan.</a:t>
            </a:r>
            <a:br/>
            <a:br/>
            <a:r>
              <a:t>• Admin -&gt; Sistem:</a:t>
            </a:r>
            <a:br/>
            <a:r>
              <a:t>Master data guru, kelas, jurusan, pengaturan periode, moderasi toxic.</a:t>
            </a:r>
            <a:br/>
            <a:br/>
            <a:r>
              <a:t>• SSO SiPintu &lt;-&gt; Sistem:</a:t>
            </a:r>
            <a:br/>
            <a:r>
              <a:t>Sinkronisasi data pengguna otomatis.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Flow Diagram (DFD) Level 1 - Dekomposisi Fungsional</a:t>
            </a:r>
          </a:p>
        </p:txBody>
      </p:sp>
      <p:pic>
        <p:nvPicPr>
          <p:cNvPr id="4" name="Picture 3" descr="DFD_Level1_GuruK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0" y="146304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64592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7 Modul Proses Utama: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1.0 Otentikasi &amp; Multi-Device</a:t>
            </a:r>
            <a:br/>
            <a:r>
              <a:t>2.0 Master Data &amp; Kurikulum</a:t>
            </a:r>
            <a:br/>
            <a:r>
              <a:t>3.0 Manajemen Periode Aktif</a:t>
            </a:r>
            <a:br/>
            <a:r>
              <a:t>4.0 Transaksi Penilaian Siswa</a:t>
            </a:r>
            <a:br/>
            <a:r>
              <a:t>5.0 Moderasi &amp; Audit Pelanggaran</a:t>
            </a:r>
            <a:br/>
            <a:r>
              <a:t>6.0 Interaksi Komunitas (Balas/Helpful)</a:t>
            </a:r>
            <a:br/>
            <a:r>
              <a:t>7.0 Leaderboard &amp; Ekspor Laporan (Excel &amp; PDF)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Flowchart Lengkap: Alur Siswa Menilai Guru</a:t>
            </a:r>
          </a:p>
        </p:txBody>
      </p:sp>
      <p:pic>
        <p:nvPicPr>
          <p:cNvPr id="4" name="Picture 3" descr="Flowchart_Penilaian_Sis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77840" y="1463040"/>
            <a:ext cx="585216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6459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Langkah-Langkah Logika Alur Penilaian: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1. Siswa Terautentikasi:</a:t>
            </a:r>
            <a:br/>
            <a:r>
              <a:t>   Siswa login dengan akun aktif dan role 'siswa'.</a:t>
            </a:r>
            <a:br/>
            <a:br/>
            <a:r>
              <a:t>2. Pengecekan Masa Periode Aktif:</a:t>
            </a:r>
            <a:br/>
            <a:r>
              <a:t>   Middleware 'periode.active' memastikan evaluasi sedang dibuka sekolah.</a:t>
            </a:r>
            <a:br/>
            <a:br/>
            <a:r>
              <a:t>3. Pencegahan Voting Ganda:</a:t>
            </a:r>
            <a:br/>
            <a:r>
              <a:t>   Query mengecek apakah siswa sudah menilai guru yang dipilih pada periode ini.</a:t>
            </a:r>
            <a:br/>
            <a:br/>
            <a:r>
              <a:t>4. Form Penilaian 5 Kriteria (1-5 Bintang):</a:t>
            </a:r>
            <a:br/>
            <a:r>
              <a:t>   Kedisiplinan, Komunikasi, Tanggung Jawab, Kreativitas, Keramahan.</a:t>
            </a:r>
            <a:br/>
            <a:br/>
            <a:r>
              <a:t>5. Profanity &amp; Link Security Check:</a:t>
            </a:r>
            <a:br/>
            <a:r>
              <a:t>   - Menolak link URL luar demi keamanan sistem.</a:t>
            </a:r>
            <a:br/>
            <a:r>
              <a:t>   - Menyaring kata kasar/toxic: Jika terdeteksi, catat log ke DB Pelanggaran, notifikasi siswa, dan minta koreksi teks masukan tanpa menghapus bintang yang telah dipilih.</a:t>
            </a:r>
            <a:br/>
            <a:br/>
            <a:r>
              <a:t>6. Eksekusi Atomik:</a:t>
            </a:r>
            <a:br/>
            <a:r>
              <a:t>   Hitung total nilai rata-rata, simpan record, perbarui rating agregat guru.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Sistem Keamanan &amp; AI Profanity 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Filter Kata Kasar (Profanity)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Menggunakan kamus bilingual (Bahasa Indonesia &amp; Inggris) serta variasi leet-speak / sensor karakter untuk mendeteksi penghinaan, ejekan, dan kata tidak pantas secara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Pencegahan URL / Link Phishing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Melarang pengiriman tautan luar (http/https/www) di kolom ulasan maupun kontak untuk mengamankan platform dari potensi spam dan malware.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Audit Trail Pelanggaran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Setiap upaya pengiriman kata terlarang langsung dicatat ke tabel 'pelanggaran' (merekam user_id, kata_terdeteksi, IP Address, User-Agent, dan tindakan).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GURUKUU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Flowchart Tambahan: Moderasi &amp; Manajemen Sesi</a:t>
            </a:r>
          </a:p>
        </p:txBody>
      </p:sp>
      <p:pic>
        <p:nvPicPr>
          <p:cNvPr id="4" name="Picture 3" descr="Flowchart_Moderasi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Fitur Pendukung Utama:</a:t>
            </a:r>
          </a:p>
          <a:p>
            <a:br/>
            <a:pPr>
              <a:defRPr sz="1000">
                <a:solidFill>
                  <a:srgbClr val="F8FAFC"/>
                </a:solidFill>
              </a:defRPr>
            </a:pPr>
            <a:r>
              <a:t>• Sistem Laporan Ulasan:</a:t>
            </a:r>
            <a:br/>
            <a:r>
              <a:t>Pengguna dapat melaporkan ulasan bermasalah (UlasanReport). Admin dapat memilih opsi: Sensor Teks, Tolak Laporan, atau Hapus Total.</a:t>
            </a:r>
            <a:br/>
            <a:br/>
            <a:r>
              <a:t>• Manajemen Multi-Perangkat:</a:t>
            </a:r>
            <a:br/>
            <a:r>
              <a:t>Menampilkan daftar sesi aktif di web, mobile, browser. Pengguna dapat melakukan 'Logout Perangkat Tertentu' atau 'Logout Semua Perangkat Lain' secara real-time.</a:t>
            </a:r>
            <a:br/>
            <a:br/>
            <a:r>
              <a:t>• Ekspor Laporan:</a:t>
            </a:r>
            <a:br/>
            <a:r>
              <a:t>Admin dapat mengunduh rekapitulasi penilaian dan leaderboard dalam format Excel &amp; PDF resmi sekolah.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KESIMPULAN SISTEM GURUKUU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1. GuruKuu berhasil memodernisasi sistem evaluasi guru konvensional menjadi platform digital yang transparan dan aman.</a:t>
            </a:r>
            <a:br/>
            <a:r>
              <a:t>2. Skema basis data terstruktur rapi dengan 15 entitas relasional dan constraint unik guna menjamin integritas data penilaian.</a:t>
            </a:r>
            <a:br/>
            <a:r>
              <a:t>3. DFD dan Flowchart mendemonstrasikan aliran data yang terkontrol ketat dengan proteksi berlapis (anti-link, filter kata kasar, dan audit trail pelanggaran).</a:t>
            </a:r>
            <a:br/>
            <a:r>
              <a:t>4. Kesiapan produksi yang tinggi dibuktikan dengan integrasi SSO SiPintu, pelaporan multi-format (PDF/Excel), serta dukungan multi-device.</a:t>
            </a:r>
          </a:p>
          <a:p>
            <a:br/>
            <a:pPr algn="ctr">
              <a:defRPr sz="2200" b="1">
                <a:solidFill>
                  <a:srgbClr val="38BDF8"/>
                </a:solidFill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54B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duct_Backlog_Scrum_GuruKu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